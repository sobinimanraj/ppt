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96D73-DBEB-4F3F-8455-3B713CC05BA1}" v="44" dt="2026-09-26T07:30:23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bithsalman21m@outlook.com" userId="eb904668644d18f9" providerId="LiveId" clId="{7D303ACD-54EC-41BE-A7BB-3781A060397F}"/>
    <pc:docChg chg="custSel addSld modSld sldOrd">
      <pc:chgData name="sobithsalman21m@outlook.com" userId="eb904668644d18f9" providerId="LiveId" clId="{7D303ACD-54EC-41BE-A7BB-3781A060397F}" dt="2026-09-26T07:30:23.531" v="3420"/>
      <pc:docMkLst>
        <pc:docMk/>
      </pc:docMkLst>
      <pc:sldChg chg="addSp delSp modSp mod setBg modAnim">
        <pc:chgData name="sobithsalman21m@outlook.com" userId="eb904668644d18f9" providerId="LiveId" clId="{7D303ACD-54EC-41BE-A7BB-3781A060397F}" dt="2026-09-26T07:30:23.531" v="3420"/>
        <pc:sldMkLst>
          <pc:docMk/>
          <pc:sldMk cId="2617249517" sldId="256"/>
        </pc:sldMkLst>
        <pc:spChg chg="mod">
          <ac:chgData name="sobithsalman21m@outlook.com" userId="eb904668644d18f9" providerId="LiveId" clId="{7D303ACD-54EC-41BE-A7BB-3781A060397F}" dt="2026-09-26T01:59:20.303" v="717" actId="20577"/>
          <ac:spMkLst>
            <pc:docMk/>
            <pc:sldMk cId="2617249517" sldId="256"/>
            <ac:spMk id="2" creationId="{B15E6638-DB93-9B7B-2B7A-DEC520A3DD13}"/>
          </ac:spMkLst>
        </pc:spChg>
        <pc:spChg chg="mod">
          <ac:chgData name="sobithsalman21m@outlook.com" userId="eb904668644d18f9" providerId="LiveId" clId="{7D303ACD-54EC-41BE-A7BB-3781A060397F}" dt="2026-09-26T02:59:57.013" v="2288" actId="20577"/>
          <ac:spMkLst>
            <pc:docMk/>
            <pc:sldMk cId="2617249517" sldId="256"/>
            <ac:spMk id="3" creationId="{AD53F207-3DC4-F67A-1075-AE5CF95CE689}"/>
          </ac:spMkLst>
        </pc:spChg>
        <pc:spChg chg="add del mod">
          <ac:chgData name="sobithsalman21m@outlook.com" userId="eb904668644d18f9" providerId="LiveId" clId="{7D303ACD-54EC-41BE-A7BB-3781A060397F}" dt="2026-09-26T03:04:48.272" v="2764"/>
          <ac:spMkLst>
            <pc:docMk/>
            <pc:sldMk cId="2617249517" sldId="256"/>
            <ac:spMk id="4" creationId="{08F16E67-177B-E230-5CBC-9F51C141487D}"/>
          </ac:spMkLst>
        </pc:spChg>
      </pc:sldChg>
      <pc:sldChg chg="modSp mod setBg">
        <pc:chgData name="sobithsalman21m@outlook.com" userId="eb904668644d18f9" providerId="LiveId" clId="{7D303ACD-54EC-41BE-A7BB-3781A060397F}" dt="2026-09-26T07:11:09.626" v="3391"/>
        <pc:sldMkLst>
          <pc:docMk/>
          <pc:sldMk cId="3893608662" sldId="257"/>
        </pc:sldMkLst>
        <pc:spChg chg="mod">
          <ac:chgData name="sobithsalman21m@outlook.com" userId="eb904668644d18f9" providerId="LiveId" clId="{7D303ACD-54EC-41BE-A7BB-3781A060397F}" dt="2026-09-26T02:00:08.941" v="770" actId="27636"/>
          <ac:spMkLst>
            <pc:docMk/>
            <pc:sldMk cId="3893608662" sldId="257"/>
            <ac:spMk id="2" creationId="{997FF55A-54F9-CABE-D09D-EEC8B76D34E2}"/>
          </ac:spMkLst>
        </pc:spChg>
        <pc:spChg chg="mod">
          <ac:chgData name="sobithsalman21m@outlook.com" userId="eb904668644d18f9" providerId="LiveId" clId="{7D303ACD-54EC-41BE-A7BB-3781A060397F}" dt="2026-09-26T02:07:33.733" v="1081" actId="14100"/>
          <ac:spMkLst>
            <pc:docMk/>
            <pc:sldMk cId="3893608662" sldId="257"/>
            <ac:spMk id="3" creationId="{849D69C9-AB6F-E757-1EB6-6C74D8A23B30}"/>
          </ac:spMkLst>
        </pc:spChg>
      </pc:sldChg>
      <pc:sldChg chg="addSp delSp modSp new mod ord setBg">
        <pc:chgData name="sobithsalman21m@outlook.com" userId="eb904668644d18f9" providerId="LiveId" clId="{7D303ACD-54EC-41BE-A7BB-3781A060397F}" dt="2026-09-26T07:11:45.919" v="3397"/>
        <pc:sldMkLst>
          <pc:docMk/>
          <pc:sldMk cId="1239240130" sldId="258"/>
        </pc:sldMkLst>
        <pc:spChg chg="mod">
          <ac:chgData name="sobithsalman21m@outlook.com" userId="eb904668644d18f9" providerId="LiveId" clId="{7D303ACD-54EC-41BE-A7BB-3781A060397F}" dt="2026-09-26T02:27:55.623" v="1199" actId="20577"/>
          <ac:spMkLst>
            <pc:docMk/>
            <pc:sldMk cId="1239240130" sldId="258"/>
            <ac:spMk id="2" creationId="{EB3F41AB-3F60-D992-1EA6-DAC923060372}"/>
          </ac:spMkLst>
        </pc:spChg>
        <pc:spChg chg="del">
          <ac:chgData name="sobithsalman21m@outlook.com" userId="eb904668644d18f9" providerId="LiveId" clId="{7D303ACD-54EC-41BE-A7BB-3781A060397F}" dt="2026-09-26T02:11:04.316" v="1137" actId="931"/>
          <ac:spMkLst>
            <pc:docMk/>
            <pc:sldMk cId="1239240130" sldId="258"/>
            <ac:spMk id="3" creationId="{321C09B0-D607-D956-A7BE-36A73585C155}"/>
          </ac:spMkLst>
        </pc:spChg>
        <pc:spChg chg="add del mod">
          <ac:chgData name="sobithsalman21m@outlook.com" userId="eb904668644d18f9" providerId="LiveId" clId="{7D303ACD-54EC-41BE-A7BB-3781A060397F}" dt="2026-09-26T02:25:29.650" v="1149"/>
          <ac:spMkLst>
            <pc:docMk/>
            <pc:sldMk cId="1239240130" sldId="258"/>
            <ac:spMk id="6" creationId="{03565839-220D-C67A-D052-76C9B31AF5F8}"/>
          </ac:spMkLst>
        </pc:spChg>
        <pc:picChg chg="add mod ord">
          <ac:chgData name="sobithsalman21m@outlook.com" userId="eb904668644d18f9" providerId="LiveId" clId="{7D303ACD-54EC-41BE-A7BB-3781A060397F}" dt="2026-09-26T02:25:27.307" v="1147" actId="1076"/>
          <ac:picMkLst>
            <pc:docMk/>
            <pc:sldMk cId="1239240130" sldId="258"/>
            <ac:picMk id="5" creationId="{4497A661-D8CC-8421-47DD-1277878D06A9}"/>
          </ac:picMkLst>
        </pc:picChg>
      </pc:sldChg>
      <pc:sldChg chg="modSp new mod setBg">
        <pc:chgData name="sobithsalman21m@outlook.com" userId="eb904668644d18f9" providerId="LiveId" clId="{7D303ACD-54EC-41BE-A7BB-3781A060397F}" dt="2026-09-26T07:11:53.053" v="3398"/>
        <pc:sldMkLst>
          <pc:docMk/>
          <pc:sldMk cId="1396533697" sldId="259"/>
        </pc:sldMkLst>
        <pc:spChg chg="mod">
          <ac:chgData name="sobithsalman21m@outlook.com" userId="eb904668644d18f9" providerId="LiveId" clId="{7D303ACD-54EC-41BE-A7BB-3781A060397F}" dt="2026-09-26T02:28:43.548" v="1233" actId="27636"/>
          <ac:spMkLst>
            <pc:docMk/>
            <pc:sldMk cId="1396533697" sldId="259"/>
            <ac:spMk id="2" creationId="{574D4F30-4BD0-4D38-2D3F-C6E31136F62F}"/>
          </ac:spMkLst>
        </pc:spChg>
        <pc:spChg chg="mod">
          <ac:chgData name="sobithsalman21m@outlook.com" userId="eb904668644d18f9" providerId="LiveId" clId="{7D303ACD-54EC-41BE-A7BB-3781A060397F}" dt="2026-09-26T03:15:04.511" v="2963" actId="20577"/>
          <ac:spMkLst>
            <pc:docMk/>
            <pc:sldMk cId="1396533697" sldId="259"/>
            <ac:spMk id="3" creationId="{D7E7471B-42C9-DC20-9388-22862B530197}"/>
          </ac:spMkLst>
        </pc:spChg>
      </pc:sldChg>
      <pc:sldChg chg="addSp delSp modSp new mod setBg">
        <pc:chgData name="sobithsalman21m@outlook.com" userId="eb904668644d18f9" providerId="LiveId" clId="{7D303ACD-54EC-41BE-A7BB-3781A060397F}" dt="2026-09-26T07:12:01.102" v="3400"/>
        <pc:sldMkLst>
          <pc:docMk/>
          <pc:sldMk cId="3843064665" sldId="260"/>
        </pc:sldMkLst>
        <pc:spChg chg="mod">
          <ac:chgData name="sobithsalman21m@outlook.com" userId="eb904668644d18f9" providerId="LiveId" clId="{7D303ACD-54EC-41BE-A7BB-3781A060397F}" dt="2026-09-26T02:50:52.345" v="1811" actId="20577"/>
          <ac:spMkLst>
            <pc:docMk/>
            <pc:sldMk cId="3843064665" sldId="260"/>
            <ac:spMk id="2" creationId="{193155F7-C0CD-23BC-9D68-7B8391FFDB10}"/>
          </ac:spMkLst>
        </pc:spChg>
        <pc:spChg chg="del">
          <ac:chgData name="sobithsalman21m@outlook.com" userId="eb904668644d18f9" providerId="LiveId" clId="{7D303ACD-54EC-41BE-A7BB-3781A060397F}" dt="2026-09-26T02:51:06.036" v="1812" actId="931"/>
          <ac:spMkLst>
            <pc:docMk/>
            <pc:sldMk cId="3843064665" sldId="260"/>
            <ac:spMk id="3" creationId="{081A8EEA-83F2-FF83-FEC5-2D5E792B065E}"/>
          </ac:spMkLst>
        </pc:spChg>
        <pc:picChg chg="add mod ord">
          <ac:chgData name="sobithsalman21m@outlook.com" userId="eb904668644d18f9" providerId="LiveId" clId="{7D303ACD-54EC-41BE-A7BB-3781A060397F}" dt="2026-09-26T02:51:06.036" v="1812" actId="931"/>
          <ac:picMkLst>
            <pc:docMk/>
            <pc:sldMk cId="3843064665" sldId="260"/>
            <ac:picMk id="5" creationId="{EE9CF28C-9AB4-1DF4-0D55-3762B7315275}"/>
          </ac:picMkLst>
        </pc:picChg>
      </pc:sldChg>
      <pc:sldChg chg="addSp delSp modSp new mod ord setBg">
        <pc:chgData name="sobithsalman21m@outlook.com" userId="eb904668644d18f9" providerId="LiveId" clId="{7D303ACD-54EC-41BE-A7BB-3781A060397F}" dt="2026-09-26T07:12:13.052" v="3402"/>
        <pc:sldMkLst>
          <pc:docMk/>
          <pc:sldMk cId="487740602" sldId="261"/>
        </pc:sldMkLst>
        <pc:spChg chg="mod">
          <ac:chgData name="sobithsalman21m@outlook.com" userId="eb904668644d18f9" providerId="LiveId" clId="{7D303ACD-54EC-41BE-A7BB-3781A060397F}" dt="2026-09-26T03:08:49.984" v="2811" actId="20577"/>
          <ac:spMkLst>
            <pc:docMk/>
            <pc:sldMk cId="487740602" sldId="261"/>
            <ac:spMk id="2" creationId="{59B16A89-4C65-1ACC-7471-26F878C5B4F7}"/>
          </ac:spMkLst>
        </pc:spChg>
        <pc:spChg chg="del">
          <ac:chgData name="sobithsalman21m@outlook.com" userId="eb904668644d18f9" providerId="LiveId" clId="{7D303ACD-54EC-41BE-A7BB-3781A060397F}" dt="2026-09-26T03:05:20.246" v="2765" actId="931"/>
          <ac:spMkLst>
            <pc:docMk/>
            <pc:sldMk cId="487740602" sldId="261"/>
            <ac:spMk id="3" creationId="{FC21D760-9249-C4C0-E4CA-8440C81960DC}"/>
          </ac:spMkLst>
        </pc:spChg>
        <pc:spChg chg="add del mod">
          <ac:chgData name="sobithsalman21m@outlook.com" userId="eb904668644d18f9" providerId="LiveId" clId="{7D303ACD-54EC-41BE-A7BB-3781A060397F}" dt="2026-09-26T03:06:27.113" v="2772"/>
          <ac:spMkLst>
            <pc:docMk/>
            <pc:sldMk cId="487740602" sldId="261"/>
            <ac:spMk id="8" creationId="{51856A9C-F30F-9084-D27A-014598F187B7}"/>
          </ac:spMkLst>
        </pc:spChg>
        <pc:spChg chg="add del mod">
          <ac:chgData name="sobithsalman21m@outlook.com" userId="eb904668644d18f9" providerId="LiveId" clId="{7D303ACD-54EC-41BE-A7BB-3781A060397F}" dt="2026-09-26T03:06:35.841" v="2778"/>
          <ac:spMkLst>
            <pc:docMk/>
            <pc:sldMk cId="487740602" sldId="261"/>
            <ac:spMk id="9" creationId="{9999879A-5302-28A5-2AD0-79BA5FC0F554}"/>
          </ac:spMkLst>
        </pc:spChg>
        <pc:spChg chg="add del mod">
          <ac:chgData name="sobithsalman21m@outlook.com" userId="eb904668644d18f9" providerId="LiveId" clId="{7D303ACD-54EC-41BE-A7BB-3781A060397F}" dt="2026-09-26T03:06:56.338" v="2780" actId="931"/>
          <ac:spMkLst>
            <pc:docMk/>
            <pc:sldMk cId="487740602" sldId="261"/>
            <ac:spMk id="11" creationId="{6505D9B8-BE07-46D0-CC64-EE80241C86DF}"/>
          </ac:spMkLst>
        </pc:spChg>
        <pc:spChg chg="add del mod">
          <ac:chgData name="sobithsalman21m@outlook.com" userId="eb904668644d18f9" providerId="LiveId" clId="{7D303ACD-54EC-41BE-A7BB-3781A060397F}" dt="2026-09-26T03:08:19.251" v="2794"/>
          <ac:spMkLst>
            <pc:docMk/>
            <pc:sldMk cId="487740602" sldId="261"/>
            <ac:spMk id="16" creationId="{08E93748-BFC2-2A8B-E95C-F439C5DE07BC}"/>
          </ac:spMkLst>
        </pc:spChg>
        <pc:picChg chg="add del mod ord">
          <ac:chgData name="sobithsalman21m@outlook.com" userId="eb904668644d18f9" providerId="LiveId" clId="{7D303ACD-54EC-41BE-A7BB-3781A060397F}" dt="2026-09-26T03:06:37.955" v="2779" actId="478"/>
          <ac:picMkLst>
            <pc:docMk/>
            <pc:sldMk cId="487740602" sldId="261"/>
            <ac:picMk id="5" creationId="{A6655C70-8319-25EB-A36F-231E121A807B}"/>
          </ac:picMkLst>
        </pc:picChg>
        <pc:picChg chg="add del mod">
          <ac:chgData name="sobithsalman21m@outlook.com" userId="eb904668644d18f9" providerId="LiveId" clId="{7D303ACD-54EC-41BE-A7BB-3781A060397F}" dt="2026-09-26T03:06:35.841" v="2776" actId="478"/>
          <ac:picMkLst>
            <pc:docMk/>
            <pc:sldMk cId="487740602" sldId="261"/>
            <ac:picMk id="7" creationId="{A9617FFD-16FD-6A84-00D5-66D2D4B67471}"/>
          </ac:picMkLst>
        </pc:picChg>
        <pc:picChg chg="add mod ord">
          <ac:chgData name="sobithsalman21m@outlook.com" userId="eb904668644d18f9" providerId="LiveId" clId="{7D303ACD-54EC-41BE-A7BB-3781A060397F}" dt="2026-09-26T03:09:03.985" v="2813" actId="1076"/>
          <ac:picMkLst>
            <pc:docMk/>
            <pc:sldMk cId="487740602" sldId="261"/>
            <ac:picMk id="13" creationId="{F6A59407-8087-4C78-767C-B36D6660435A}"/>
          </ac:picMkLst>
        </pc:picChg>
        <pc:picChg chg="add mod">
          <ac:chgData name="sobithsalman21m@outlook.com" userId="eb904668644d18f9" providerId="LiveId" clId="{7D303ACD-54EC-41BE-A7BB-3781A060397F}" dt="2026-09-26T03:08:12.948" v="2792" actId="1076"/>
          <ac:picMkLst>
            <pc:docMk/>
            <pc:sldMk cId="487740602" sldId="261"/>
            <ac:picMk id="15" creationId="{62A2655E-EC1A-564F-044E-E90914B4EA7F}"/>
          </ac:picMkLst>
        </pc:picChg>
      </pc:sldChg>
      <pc:sldChg chg="addSp delSp modSp new mod ord setBg">
        <pc:chgData name="sobithsalman21m@outlook.com" userId="eb904668644d18f9" providerId="LiveId" clId="{7D303ACD-54EC-41BE-A7BB-3781A060397F}" dt="2026-09-26T07:12:08.591" v="3401"/>
        <pc:sldMkLst>
          <pc:docMk/>
          <pc:sldMk cId="1859884305" sldId="262"/>
        </pc:sldMkLst>
        <pc:spChg chg="add del mod">
          <ac:chgData name="sobithsalman21m@outlook.com" userId="eb904668644d18f9" providerId="LiveId" clId="{7D303ACD-54EC-41BE-A7BB-3781A060397F}" dt="2026-09-26T07:00:18.974" v="3377"/>
          <ac:spMkLst>
            <pc:docMk/>
            <pc:sldMk cId="1859884305" sldId="262"/>
            <ac:spMk id="2" creationId="{25C2EF38-5362-DB30-49B7-9D57CE658FF9}"/>
          </ac:spMkLst>
        </pc:spChg>
        <pc:spChg chg="del mod">
          <ac:chgData name="sobithsalman21m@outlook.com" userId="eb904668644d18f9" providerId="LiveId" clId="{7D303ACD-54EC-41BE-A7BB-3781A060397F}" dt="2026-09-26T02:53:24.848" v="1861" actId="478"/>
          <ac:spMkLst>
            <pc:docMk/>
            <pc:sldMk cId="1859884305" sldId="262"/>
            <ac:spMk id="2" creationId="{6681868A-7FC6-84D1-64D5-79F0CD7F2B7B}"/>
          </ac:spMkLst>
        </pc:spChg>
        <pc:spChg chg="mod">
          <ac:chgData name="sobithsalman21m@outlook.com" userId="eb904668644d18f9" providerId="LiveId" clId="{7D303ACD-54EC-41BE-A7BB-3781A060397F}" dt="2026-09-26T06:59:47.900" v="3375" actId="20577"/>
          <ac:spMkLst>
            <pc:docMk/>
            <pc:sldMk cId="1859884305" sldId="262"/>
            <ac:spMk id="3" creationId="{CE0C1AD2-E6D3-2E7A-73B7-7F1884D26DAD}"/>
          </ac:spMkLst>
        </pc:spChg>
        <pc:spChg chg="add del mod">
          <ac:chgData name="sobithsalman21m@outlook.com" userId="eb904668644d18f9" providerId="LiveId" clId="{7D303ACD-54EC-41BE-A7BB-3781A060397F}" dt="2026-09-26T02:53:03.577" v="1859"/>
          <ac:spMkLst>
            <pc:docMk/>
            <pc:sldMk cId="1859884305" sldId="262"/>
            <ac:spMk id="4" creationId="{5502A8C4-0F31-A90E-3D0C-A504FFF4444D}"/>
          </ac:spMkLst>
        </pc:spChg>
        <pc:spChg chg="add del mod">
          <ac:chgData name="sobithsalman21m@outlook.com" userId="eb904668644d18f9" providerId="LiveId" clId="{7D303ACD-54EC-41BE-A7BB-3781A060397F}" dt="2026-09-26T02:53:28.387" v="1862" actId="478"/>
          <ac:spMkLst>
            <pc:docMk/>
            <pc:sldMk cId="1859884305" sldId="262"/>
            <ac:spMk id="6" creationId="{E13956DA-7420-4A0C-0565-673888E913C7}"/>
          </ac:spMkLst>
        </pc:spChg>
        <pc:spChg chg="add del mod">
          <ac:chgData name="sobithsalman21m@outlook.com" userId="eb904668644d18f9" providerId="LiveId" clId="{7D303ACD-54EC-41BE-A7BB-3781A060397F}" dt="2026-09-26T02:53:34.407" v="1865"/>
          <ac:spMkLst>
            <pc:docMk/>
            <pc:sldMk cId="1859884305" sldId="262"/>
            <ac:spMk id="7" creationId="{7D3F7E47-98E9-8444-6A1D-75316E50FA53}"/>
          </ac:spMkLst>
        </pc:spChg>
        <pc:spChg chg="add del mod">
          <ac:chgData name="sobithsalman21m@outlook.com" userId="eb904668644d18f9" providerId="LiveId" clId="{7D303ACD-54EC-41BE-A7BB-3781A060397F}" dt="2026-09-26T02:53:43.482" v="1867" actId="478"/>
          <ac:spMkLst>
            <pc:docMk/>
            <pc:sldMk cId="1859884305" sldId="262"/>
            <ac:spMk id="8" creationId="{56B3F93B-2519-5DC8-3638-CA920EFC9503}"/>
          </ac:spMkLst>
        </pc:spChg>
        <pc:spChg chg="add del mod">
          <ac:chgData name="sobithsalman21m@outlook.com" userId="eb904668644d18f9" providerId="LiveId" clId="{7D303ACD-54EC-41BE-A7BB-3781A060397F}" dt="2026-09-26T02:53:54.893" v="1872"/>
          <ac:spMkLst>
            <pc:docMk/>
            <pc:sldMk cId="1859884305" sldId="262"/>
            <ac:spMk id="9" creationId="{DA6C19F4-CE15-C088-A7D2-41AB983DA219}"/>
          </ac:spMkLst>
        </pc:spChg>
        <pc:spChg chg="add mod">
          <ac:chgData name="sobithsalman21m@outlook.com" userId="eb904668644d18f9" providerId="LiveId" clId="{7D303ACD-54EC-41BE-A7BB-3781A060397F}" dt="2026-09-26T03:00:25.179" v="2305" actId="20577"/>
          <ac:spMkLst>
            <pc:docMk/>
            <pc:sldMk cId="1859884305" sldId="262"/>
            <ac:spMk id="10" creationId="{086DB4ED-5086-306A-B470-C7F29D7BA287}"/>
          </ac:spMkLst>
        </pc:spChg>
        <pc:spChg chg="add mod">
          <ac:chgData name="sobithsalman21m@outlook.com" userId="eb904668644d18f9" providerId="LiveId" clId="{7D303ACD-54EC-41BE-A7BB-3781A060397F}" dt="2026-09-26T02:57:13.808" v="2184" actId="20577"/>
          <ac:spMkLst>
            <pc:docMk/>
            <pc:sldMk cId="1859884305" sldId="262"/>
            <ac:spMk id="11" creationId="{EF4AD0C8-CC0C-69FC-9C2C-32EF2D6EC7E7}"/>
          </ac:spMkLst>
        </pc:spChg>
        <pc:spChg chg="add del mod">
          <ac:chgData name="sobithsalman21m@outlook.com" userId="eb904668644d18f9" providerId="LiveId" clId="{7D303ACD-54EC-41BE-A7BB-3781A060397F}" dt="2026-09-26T03:04:36.293" v="2761"/>
          <ac:spMkLst>
            <pc:docMk/>
            <pc:sldMk cId="1859884305" sldId="262"/>
            <ac:spMk id="12" creationId="{77758B55-BBFD-F7A3-AC2C-8D13539E833C}"/>
          </ac:spMkLst>
        </pc:spChg>
      </pc:sldChg>
      <pc:sldChg chg="modSp new mod setBg">
        <pc:chgData name="sobithsalman21m@outlook.com" userId="eb904668644d18f9" providerId="LiveId" clId="{7D303ACD-54EC-41BE-A7BB-3781A060397F}" dt="2026-09-26T07:12:24.016" v="3404"/>
        <pc:sldMkLst>
          <pc:docMk/>
          <pc:sldMk cId="3560048063" sldId="263"/>
        </pc:sldMkLst>
        <pc:spChg chg="mod">
          <ac:chgData name="sobithsalman21m@outlook.com" userId="eb904668644d18f9" providerId="LiveId" clId="{7D303ACD-54EC-41BE-A7BB-3781A060397F}" dt="2026-09-26T03:09:55.353" v="2849" actId="20577"/>
          <ac:spMkLst>
            <pc:docMk/>
            <pc:sldMk cId="3560048063" sldId="263"/>
            <ac:spMk id="2" creationId="{DA94C696-D3F8-8E23-F99D-C572F82D11DD}"/>
          </ac:spMkLst>
        </pc:spChg>
        <pc:spChg chg="mod">
          <ac:chgData name="sobithsalman21m@outlook.com" userId="eb904668644d18f9" providerId="LiveId" clId="{7D303ACD-54EC-41BE-A7BB-3781A060397F}" dt="2026-09-26T03:19:38.361" v="3149" actId="20577"/>
          <ac:spMkLst>
            <pc:docMk/>
            <pc:sldMk cId="3560048063" sldId="263"/>
            <ac:spMk id="3" creationId="{45E57EA8-E471-E013-7192-0BB25574B070}"/>
          </ac:spMkLst>
        </pc:spChg>
      </pc:sldChg>
      <pc:sldChg chg="modSp new mod setBg">
        <pc:chgData name="sobithsalman21m@outlook.com" userId="eb904668644d18f9" providerId="LiveId" clId="{7D303ACD-54EC-41BE-A7BB-3781A060397F}" dt="2026-09-26T07:12:55.336" v="3417" actId="20577"/>
        <pc:sldMkLst>
          <pc:docMk/>
          <pc:sldMk cId="669952806" sldId="264"/>
        </pc:sldMkLst>
        <pc:spChg chg="mod">
          <ac:chgData name="sobithsalman21m@outlook.com" userId="eb904668644d18f9" providerId="LiveId" clId="{7D303ACD-54EC-41BE-A7BB-3781A060397F}" dt="2026-09-26T03:22:24.372" v="3276" actId="20577"/>
          <ac:spMkLst>
            <pc:docMk/>
            <pc:sldMk cId="669952806" sldId="264"/>
            <ac:spMk id="2" creationId="{A1914511-408F-10B8-7884-70D145E29DAE}"/>
          </ac:spMkLst>
        </pc:spChg>
        <pc:spChg chg="mod">
          <ac:chgData name="sobithsalman21m@outlook.com" userId="eb904668644d18f9" providerId="LiveId" clId="{7D303ACD-54EC-41BE-A7BB-3781A060397F}" dt="2026-09-26T07:12:55.336" v="3417" actId="20577"/>
          <ac:spMkLst>
            <pc:docMk/>
            <pc:sldMk cId="669952806" sldId="264"/>
            <ac:spMk id="3" creationId="{46859E7D-CB52-C690-CC1C-D6B5E5644E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FE6D-74FF-2C91-FBF0-335554704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4F955-5B13-3C98-C1F6-13A2FC3B1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6351B-0FE9-ACB6-85C4-C2EBE243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FBDDB-ECA1-0041-9AAF-33E52B8D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52C6C-B768-9A1A-3F1C-DB7F4FA9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61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1724-A885-42AB-8819-471B9AC9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A29D-C420-1C61-B267-DF54791B9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EA7A-26AC-285D-30B4-427B7C1D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82AB-5AF2-3C67-5572-9FEA9BED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486C6-3B3A-AF75-4461-A4C8B6178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52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06FA-A7E5-DE72-E169-395CB349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13077-83B5-F424-F1AD-8DFEADF7A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3A148-F69A-FB11-E212-BD4A4E0E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E8322-1136-0370-155B-B5F10D1A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817D2-6B87-E72F-819F-714C0983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91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41F6-AE94-0E6B-FD8A-0F262907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B038-0F30-26C4-20BB-C9A077D5C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A3945-DC76-8084-ACD7-83689FA8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7462B-B878-1E3B-B4C5-758C53B3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AD34C-134E-7B66-24C4-2E371012F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43538-1991-3497-90EB-0B2461BE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9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0D20-333A-0424-BF5E-896E9890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CA8A3-0E81-352A-BBEF-1C3E505DE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13071-F031-6385-FE8D-694F83A83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7D947-6C7A-3D81-48D4-0338A86BE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5B0CD-54E5-874E-94EE-65BCE399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CB83E-1546-7E7A-3B89-D09D93B9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461B39-90D8-E082-9FEC-B32966A6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2E86E-3795-A864-B40A-69B7967C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55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E618-2CA5-063B-55C0-F58B4689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0886A-9580-4FE3-5230-4E19505B1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081F5-EF2D-4E82-010F-82CB50B7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1D0CF-9161-4D7A-499C-F3CE83B4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0549D-7B5D-8D9C-FF61-D89F7096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32282-9AEC-B5C1-2785-279D9B94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CEEF8-1F28-AA97-C456-821CF6E6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00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EF3D-EBE3-2F40-4C13-3D1BC816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0CDDE-A7A5-E482-4A39-95167F73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D6EBD-9795-2662-BFAB-0FAE1A829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E635F-BFFD-5B8D-2612-5B08D5A3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5A610-4360-3E1D-B5F8-B9686FA4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968B1-19D4-A77B-4DBF-A376F8C7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21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8242-5B63-72B6-0841-50DCF687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0AF11-C38C-5FC3-915B-746803906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96E54-391A-308E-3594-D283B114A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958CF-5771-B192-1693-C3EDC356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0D0CA-9067-3A55-7406-17E043B0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39DCF-49DD-34E5-309F-D7CBEAF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8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7C95-93CD-3C07-3CCD-4AE58D52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5E65D-B15E-7DA8-4F6F-F1F00011E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A8C96-8EFB-3B84-4139-93CAF298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BECCC-C55F-DBFD-1B65-F930EF53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BC5F2-C419-B95F-F218-1498A0AD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9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AFC30-FDF8-E2F0-A9AC-C1C53728A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5EF7F-5E0E-9655-A273-B224E68F4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D07A-AB2F-2B66-99D1-865EA287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EE688-02D7-A6E6-F2CB-A5A81E1E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4979A-CABF-B134-5A24-BDD22A58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6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FBB0D-312B-1E08-A7A1-02173242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950FB-0B02-AF80-D10C-028F45EF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3F6F8-73F4-5E8B-39A7-CD284ADE6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A59C4-DAFB-446E-BA90-8E2E9ED8784E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74ADF-3AF5-1A96-250C-CB1213CBB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96B97-8CAA-3377-30C1-F45536555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8378C-4EAA-47F1-893A-2D2A76786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6638-DB93-9B7B-2B7A-DEC520A3D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UI AND UX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3F207-3DC4-F67A-1075-AE5CF95CE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3429000"/>
            <a:ext cx="9144000" cy="1655762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SOBIN IMAN RAJ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BSC AI AND ML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31D7F-77AE-0CB8-C5E9-C2C1B829216F}"/>
              </a:ext>
            </a:extLst>
          </p:cNvPr>
          <p:cNvSpPr txBox="1"/>
          <p:nvPr/>
        </p:nvSpPr>
        <p:spPr>
          <a:xfrm>
            <a:off x="161841" y="-971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24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F55A-54F9-CABE-D09D-EEC8B76D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UI ?</a:t>
            </a:r>
            <a:br>
              <a:rPr lang="en-US" dirty="0"/>
            </a:br>
            <a:r>
              <a:rPr lang="en-US" dirty="0"/>
              <a:t>           User interface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69C9-AB6F-E757-1EB6-6C74D8A2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04" y="1825624"/>
            <a:ext cx="10342296" cy="5837533"/>
          </a:xfrm>
        </p:spPr>
        <p:txBody>
          <a:bodyPr/>
          <a:lstStyle/>
          <a:p>
            <a:r>
              <a:rPr lang="en-US" dirty="0"/>
              <a:t>DEFINITION:</a:t>
            </a:r>
          </a:p>
          <a:p>
            <a:r>
              <a:rPr lang="en-US" dirty="0"/>
              <a:t>  It is the visual part of an application or website </a:t>
            </a:r>
          </a:p>
          <a:p>
            <a:r>
              <a:rPr lang="en-US" dirty="0"/>
              <a:t>   It includes buttons icons colors, fonts ,menu, and layouts</a:t>
            </a:r>
          </a:p>
          <a:p>
            <a:r>
              <a:rPr lang="en-US" dirty="0"/>
              <a:t>   good UI makes  an application attractive and easy to use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The  buttons icons and screens in a mobile app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0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41AB-3F60-D992-1EA6-DAC92306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UI image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97A661-D8CC-8421-47DD-1277878D0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67" y="1485760"/>
            <a:ext cx="5579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4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4F30-4BD0-4D38-2D3F-C6E31136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is UX?</a:t>
            </a:r>
            <a:br>
              <a:rPr lang="en-IN" dirty="0"/>
            </a:br>
            <a:r>
              <a:rPr lang="en-IN" dirty="0"/>
              <a:t>  User Experience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471B-42C9-DC20-9388-22862B530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DEFINITION:</a:t>
            </a:r>
          </a:p>
          <a:p>
            <a:pPr marL="0" indent="0">
              <a:buNone/>
            </a:pPr>
            <a:r>
              <a:rPr lang="en-IN" dirty="0"/>
              <a:t>.It describes how a user feels while using a product</a:t>
            </a:r>
          </a:p>
          <a:p>
            <a:pPr marL="0" indent="0">
              <a:buNone/>
            </a:pPr>
            <a:r>
              <a:rPr lang="en-IN" dirty="0"/>
              <a:t>.UX focuses on ease of use satisfaction and efficiency</a:t>
            </a:r>
          </a:p>
          <a:p>
            <a:pPr marL="0" indent="0">
              <a:buNone/>
            </a:pPr>
            <a:r>
              <a:rPr lang="en-IN" dirty="0"/>
              <a:t>.good UX helps users complete tasks easily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.easy navigation</a:t>
            </a:r>
          </a:p>
          <a:p>
            <a:pPr marL="0" indent="0">
              <a:buNone/>
            </a:pPr>
            <a:r>
              <a:rPr lang="en-IN" dirty="0"/>
              <a:t>.smooth ordering</a:t>
            </a:r>
          </a:p>
          <a:p>
            <a:pPr marL="0" indent="0">
              <a:buNone/>
            </a:pPr>
            <a:r>
              <a:rPr lang="en-IN" dirty="0"/>
              <a:t>.delivery app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53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55F7-C0CD-23BC-9D68-7B8391FF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UX image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CE1739-3FF6-51EF-53FA-2D41FCF69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012" y="1825625"/>
            <a:ext cx="80139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6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1AD2-E6D3-2E7A-73B7-7F1884D26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3" y="1530417"/>
            <a:ext cx="12566584" cy="456954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.Tabs                                                                          .search google or type</a:t>
            </a:r>
          </a:p>
          <a:p>
            <a:pPr marL="0" indent="0">
              <a:buNone/>
            </a:pPr>
            <a:r>
              <a:rPr lang="en-IN" dirty="0"/>
              <a:t>.Address                                                                 . AI mode</a:t>
            </a:r>
          </a:p>
          <a:p>
            <a:pPr marL="0" indent="0">
              <a:buNone/>
            </a:pPr>
            <a:r>
              <a:rPr lang="en-IN" dirty="0"/>
              <a:t>.Forward buttons                                                 .Your browsing history</a:t>
            </a:r>
          </a:p>
          <a:p>
            <a:pPr marL="0" indent="0">
              <a:buNone/>
            </a:pPr>
            <a:r>
              <a:rPr lang="en-IN" dirty="0"/>
              <a:t>.Refresh buttons                                                  .website you visit</a:t>
            </a:r>
          </a:p>
          <a:p>
            <a:pPr marL="0" indent="0">
              <a:buNone/>
            </a:pPr>
            <a:r>
              <a:rPr lang="en-IN" dirty="0"/>
              <a:t>.bookmarks                                                            .Password and autofill assistance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DB4ED-5086-306A-B470-C7F29D7BA287}"/>
              </a:ext>
            </a:extLst>
          </p:cNvPr>
          <p:cNvSpPr txBox="1"/>
          <p:nvPr/>
        </p:nvSpPr>
        <p:spPr>
          <a:xfrm>
            <a:off x="28876" y="625642"/>
            <a:ext cx="7187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UI                                                                                                                                        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AD0C8-CC0C-69FC-9C2C-32EF2D6EC7E7}"/>
              </a:ext>
            </a:extLst>
          </p:cNvPr>
          <p:cNvSpPr txBox="1"/>
          <p:nvPr/>
        </p:nvSpPr>
        <p:spPr>
          <a:xfrm>
            <a:off x="404261" y="442762"/>
            <a:ext cx="3235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Difference Between UI AND UX</a:t>
            </a:r>
          </a:p>
        </p:txBody>
      </p:sp>
    </p:spTree>
    <p:extLst>
      <p:ext uri="{BB962C8B-B14F-4D97-AF65-F5344CB8AC3E}">
        <p14:creationId xmlns:p14="http://schemas.microsoft.com/office/powerpoint/2010/main" val="185988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6A89-4C65-1ACC-7471-26F878C5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 AND UX IMAGE: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6A59407-8087-4C78-767C-B36D66604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604" y="1996796"/>
            <a:ext cx="5579322" cy="43513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A2655E-EC1A-564F-044E-E90914B4E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4" y="2329378"/>
            <a:ext cx="62103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4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C696-D3F8-8E23-F99D-C572F82D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 AND UX CONCEPT: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7EA8-E471-E013-7192-0BB25574B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. UI and UX work together to create better a digital product</a:t>
            </a:r>
          </a:p>
          <a:p>
            <a:pPr marL="0" indent="0">
              <a:buNone/>
            </a:pPr>
            <a:r>
              <a:rPr lang="en-IN" dirty="0"/>
              <a:t>. UI focuses on how the product looks</a:t>
            </a:r>
          </a:p>
          <a:p>
            <a:pPr marL="0" indent="0">
              <a:buNone/>
            </a:pPr>
            <a:r>
              <a:rPr lang="en-IN" dirty="0"/>
              <a:t>. UX focuses on how the product works and feels</a:t>
            </a:r>
          </a:p>
          <a:p>
            <a:pPr marL="0" indent="0">
              <a:buNone/>
            </a:pPr>
            <a:r>
              <a:rPr lang="en-IN" dirty="0"/>
              <a:t>.Good UI AND UX Better Experience</a:t>
            </a:r>
          </a:p>
        </p:txBody>
      </p:sp>
    </p:spTree>
    <p:extLst>
      <p:ext uri="{BB962C8B-B14F-4D97-AF65-F5344CB8AC3E}">
        <p14:creationId xmlns:p14="http://schemas.microsoft.com/office/powerpoint/2010/main" val="356004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4511-408F-10B8-7884-70D145E2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59E7D-CB52-C690-CC1C-D6B5E564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IN"/>
              <a:t>                                         </a:t>
            </a:r>
          </a:p>
          <a:p>
            <a:pPr marL="0" indent="0">
              <a:buNone/>
            </a:pPr>
            <a:r>
              <a:rPr lang="en-IN"/>
              <a:t>  </a:t>
            </a:r>
            <a:r>
              <a:rPr lang="en-IN" dirty="0"/>
              <a:t>Thank You!</a:t>
            </a:r>
          </a:p>
          <a:p>
            <a:pPr marL="0" indent="0">
              <a:buNone/>
            </a:pPr>
            <a:r>
              <a:rPr lang="en-IN" dirty="0"/>
              <a:t>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INTRODUCTION TO UI AND UX</a:t>
            </a:r>
          </a:p>
        </p:txBody>
      </p:sp>
    </p:spTree>
    <p:extLst>
      <p:ext uri="{BB962C8B-B14F-4D97-AF65-F5344CB8AC3E}">
        <p14:creationId xmlns:p14="http://schemas.microsoft.com/office/powerpoint/2010/main" val="66995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230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   UI AND UX</vt:lpstr>
      <vt:lpstr>What is UI ?            User interface </vt:lpstr>
      <vt:lpstr>UI image :</vt:lpstr>
      <vt:lpstr>What is UX?   User Experience </vt:lpstr>
      <vt:lpstr>UX image</vt:lpstr>
      <vt:lpstr>PowerPoint Presentation</vt:lpstr>
      <vt:lpstr>UI AND UX IMAGE:</vt:lpstr>
      <vt:lpstr>UI AND UX CONCEPT:</vt:lpstr>
      <vt:lpstr>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sobithsalman21m@outlook.com</dc:creator>
  <cp:lastModifiedBy>sobithsalman21m@outlook.com</cp:lastModifiedBy>
  <cp:revision>4</cp:revision>
  <dcterms:created xsi:type="dcterms:W3CDTF">2026-09-25T14:17:48Z</dcterms:created>
  <dcterms:modified xsi:type="dcterms:W3CDTF">2026-10-02T03:45:54Z</dcterms:modified>
</cp:coreProperties>
</file>